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7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AB4B-3B7E-B0C5-E37F-E614989B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Delivery App Simulator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DA3C3-2CD4-07B3-71A7-091242FDB404}"/>
              </a:ext>
            </a:extLst>
          </p:cNvPr>
          <p:cNvSpPr txBox="1"/>
          <p:nvPr/>
        </p:nvSpPr>
        <p:spPr>
          <a:xfrm>
            <a:off x="2025445" y="2654710"/>
            <a:ext cx="7197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0" dirty="0">
                <a:effectLst/>
                <a:latin typeface="+mj-lt"/>
                <a:cs typeface="Times New Roman" panose="02020603050405020304" pitchFamily="18" charset="0"/>
              </a:rPr>
              <a:t>Project Guide : V. Sai Chandana</a:t>
            </a:r>
            <a:endParaRPr lang="en-IN" sz="3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E13D7-9AC2-6E5E-8CB7-967087E38156}"/>
              </a:ext>
            </a:extLst>
          </p:cNvPr>
          <p:cNvSpPr txBox="1"/>
          <p:nvPr/>
        </p:nvSpPr>
        <p:spPr>
          <a:xfrm>
            <a:off x="9006348" y="3306263"/>
            <a:ext cx="2497394" cy="134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IN" sz="2200" i="0" dirty="0">
                <a:effectLst/>
                <a:latin typeface="+mj-lt"/>
                <a:cs typeface="Times New Roman" panose="02020603050405020304" pitchFamily="18" charset="0"/>
              </a:rPr>
              <a:t>Sk.Khajabi</a:t>
            </a:r>
            <a:r>
              <a:rPr lang="en-IN" sz="2200" dirty="0">
                <a:latin typeface="+mj-lt"/>
                <a:cs typeface="Times New Roman" panose="02020603050405020304" pitchFamily="18" charset="0"/>
              </a:rPr>
              <a:t>                             </a:t>
            </a:r>
            <a:r>
              <a:rPr lang="en-IN" sz="2200" i="0" dirty="0">
                <a:effectLst/>
                <a:latin typeface="+mj-lt"/>
                <a:cs typeface="Times New Roman" panose="02020603050405020304" pitchFamily="18" charset="0"/>
              </a:rPr>
              <a:t>P.Lakshmi Priya</a:t>
            </a:r>
            <a:endParaRPr lang="en-IN" sz="2200" dirty="0">
              <a:effectLst/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9356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5BF5-875D-4FAB-9DE0-FF57D37F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			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83C0C-838B-7234-C548-2670178F5C39}"/>
              </a:ext>
            </a:extLst>
          </p:cNvPr>
          <p:cNvSpPr txBox="1"/>
          <p:nvPr/>
        </p:nvSpPr>
        <p:spPr>
          <a:xfrm>
            <a:off x="1524000" y="2428569"/>
            <a:ext cx="91833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+mj-lt"/>
                <a:cs typeface="Times New Roman" panose="02020603050405020304" pitchFamily="18" charset="0"/>
              </a:rPr>
              <a:t>The Delivery App Simulator is a Spring Boot–based application designed to emulate the core functionality of a real-world delivery platform. It enables customers to place orders, track delivery status, and view order history while ensuring accurate order processing and delivery management.</a:t>
            </a:r>
          </a:p>
          <a:p>
            <a:endParaRPr lang="en-IN" sz="2000" dirty="0">
              <a:latin typeface="+mj-lt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+mj-lt"/>
                <a:cs typeface="Times New Roman" panose="02020603050405020304" pitchFamily="18" charset="0"/>
              </a:rPr>
              <a:t>The system integrates REST APIs, MongoDB (or relational DB), Git for version control, and Postman for testing, making it suitable for both learning and demonstrating modern application development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316635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EB0C-A946-EEF2-5E1E-E174B588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0051-0CA1-8BB1-16AA-E16F57A0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			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1CE52-009C-7E03-279E-B62EE3108355}"/>
              </a:ext>
            </a:extLst>
          </p:cNvPr>
          <p:cNvSpPr txBox="1"/>
          <p:nvPr/>
        </p:nvSpPr>
        <p:spPr>
          <a:xfrm>
            <a:off x="1451579" y="2371854"/>
            <a:ext cx="7699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</a:rPr>
              <a:t>Provide customers with the ability to place and manage delivery orders.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A4BF3-2CE1-276A-A7DC-7B3CE41A731B}"/>
              </a:ext>
            </a:extLst>
          </p:cNvPr>
          <p:cNvSpPr txBox="1"/>
          <p:nvPr/>
        </p:nvSpPr>
        <p:spPr>
          <a:xfrm>
            <a:off x="1451578" y="3032262"/>
            <a:ext cx="8655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</a:rPr>
              <a:t>Ensure real-time tracking of delivery status (e.g., PENDING, IN_TRANSIT, DELIVERED)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F5853-BA8B-8CB1-6B6B-B764EFCF2724}"/>
              </a:ext>
            </a:extLst>
          </p:cNvPr>
          <p:cNvSpPr txBox="1"/>
          <p:nvPr/>
        </p:nvSpPr>
        <p:spPr>
          <a:xfrm>
            <a:off x="1451578" y="3361169"/>
            <a:ext cx="934064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5325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+mj-lt"/>
              </a:rPr>
              <a:t>Maintain accurate order and delivery history for users.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5A3822-D9BC-64B2-3D3E-78B966726C34}"/>
              </a:ext>
            </a:extLst>
          </p:cNvPr>
          <p:cNvSpPr txBox="1"/>
          <p:nvPr/>
        </p:nvSpPr>
        <p:spPr>
          <a:xfrm>
            <a:off x="1451578" y="4210770"/>
            <a:ext cx="8213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</a:rPr>
              <a:t>Support development and testing with Git version control and Postman collections.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19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45797-7A24-4C7E-B7FC-1CA2A5B9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F23D-0B80-4D38-9A3B-8C87550B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			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59E56-574A-DED0-D884-06F1CA4584BF}"/>
              </a:ext>
            </a:extLst>
          </p:cNvPr>
          <p:cNvSpPr txBox="1"/>
          <p:nvPr/>
        </p:nvSpPr>
        <p:spPr>
          <a:xfrm>
            <a:off x="1451579" y="2267635"/>
            <a:ext cx="960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  <a:latin typeface="+mj-lt"/>
              </a:rPr>
              <a:t>Item Management – Add, update, and fetch delivery items with pricing.</a:t>
            </a:r>
            <a:endParaRPr lang="en-IN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89C0D-E10C-D7C4-56B7-698CB2549750}"/>
              </a:ext>
            </a:extLst>
          </p:cNvPr>
          <p:cNvSpPr txBox="1"/>
          <p:nvPr/>
        </p:nvSpPr>
        <p:spPr>
          <a:xfrm>
            <a:off x="1451579" y="2755984"/>
            <a:ext cx="736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  <a:latin typeface="+mj-lt"/>
              </a:rPr>
              <a:t>Order Management – Place, update, cancel, and view orders.</a:t>
            </a:r>
            <a:endParaRPr lang="en-IN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B4206-D3D5-170F-0802-77741C9F3918}"/>
              </a:ext>
            </a:extLst>
          </p:cNvPr>
          <p:cNvSpPr txBox="1"/>
          <p:nvPr/>
        </p:nvSpPr>
        <p:spPr>
          <a:xfrm>
            <a:off x="1451579" y="324433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  <a:latin typeface="+mj-lt"/>
              </a:rPr>
              <a:t>Delivery Tracking – Track delivery status in real time.</a:t>
            </a:r>
            <a:endParaRPr lang="en-IN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968F0-97FA-7B35-2EB1-78AFBD2A3337}"/>
              </a:ext>
            </a:extLst>
          </p:cNvPr>
          <p:cNvSpPr txBox="1"/>
          <p:nvPr/>
        </p:nvSpPr>
        <p:spPr>
          <a:xfrm>
            <a:off x="1451578" y="3741174"/>
            <a:ext cx="7859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</a:rPr>
              <a:t>Order History – Retrieve complete order history for any customer.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97EB4-7F67-6D29-0F03-1CF164B97D44}"/>
              </a:ext>
            </a:extLst>
          </p:cNvPr>
          <p:cNvSpPr txBox="1"/>
          <p:nvPr/>
        </p:nvSpPr>
        <p:spPr>
          <a:xfrm>
            <a:off x="1451578" y="3889533"/>
            <a:ext cx="9013722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525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effectLst/>
                <a:latin typeface="+mj-lt"/>
              </a:rPr>
              <a:t>Modular API Design – Built with Spring Boot REST APIs following OOP principles.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3653A-D781-53B5-0ACE-0E5FCC848015}"/>
              </a:ext>
            </a:extLst>
          </p:cNvPr>
          <p:cNvSpPr txBox="1"/>
          <p:nvPr/>
        </p:nvSpPr>
        <p:spPr>
          <a:xfrm>
            <a:off x="1451578" y="4681566"/>
            <a:ext cx="9013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</a:rPr>
              <a:t>Database Persistence – Store and retrieve orders, deliveries, and items reliably.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14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740C-5DFD-EEC0-F901-090C553E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			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9EE81-3E47-4F2F-BAC5-70A584A5B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995055"/>
            <a:ext cx="4572000" cy="405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3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805-0A58-795F-3AE9-B7EF64BA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C1EC-426C-17D6-B268-22C39B0A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	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45C29-71A5-A9CD-63B1-A2873CBF6684}"/>
              </a:ext>
            </a:extLst>
          </p:cNvPr>
          <p:cNvSpPr txBox="1"/>
          <p:nvPr/>
        </p:nvSpPr>
        <p:spPr>
          <a:xfrm>
            <a:off x="2627672" y="2633339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effectLst/>
                <a:latin typeface="+mj-lt"/>
              </a:rPr>
              <a:t>1.SpringBoot </a:t>
            </a:r>
            <a:endParaRPr lang="en-IN" sz="20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D868D-C93F-260C-6DE0-0E31213F6A50}"/>
              </a:ext>
            </a:extLst>
          </p:cNvPr>
          <p:cNvSpPr txBox="1"/>
          <p:nvPr/>
        </p:nvSpPr>
        <p:spPr>
          <a:xfrm>
            <a:off x="2627672" y="3319051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effectLst/>
                <a:latin typeface="+mj-lt"/>
              </a:rPr>
              <a:t>2.MongoDB</a:t>
            </a:r>
            <a:endParaRPr lang="en-IN" sz="20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9FD15-FD20-D8DC-02D5-FA77BB13FB29}"/>
              </a:ext>
            </a:extLst>
          </p:cNvPr>
          <p:cNvSpPr txBox="1"/>
          <p:nvPr/>
        </p:nvSpPr>
        <p:spPr>
          <a:xfrm>
            <a:off x="2627672" y="4004763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effectLst/>
                <a:latin typeface="+mj-lt"/>
              </a:rPr>
              <a:t>3.Postman</a:t>
            </a:r>
            <a:endParaRPr lang="en-IN" sz="20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2642D-6D6B-25A0-4A64-2B8E9EF96479}"/>
              </a:ext>
            </a:extLst>
          </p:cNvPr>
          <p:cNvSpPr txBox="1"/>
          <p:nvPr/>
        </p:nvSpPr>
        <p:spPr>
          <a:xfrm>
            <a:off x="5980470" y="2668571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effectLst/>
                <a:latin typeface="+mj-lt"/>
              </a:rPr>
              <a:t>4.Git</a:t>
            </a:r>
            <a:endParaRPr lang="en-IN" sz="2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36574-8368-C33B-FFBE-EF534D1EE90D}"/>
              </a:ext>
            </a:extLst>
          </p:cNvPr>
          <p:cNvSpPr txBox="1"/>
          <p:nvPr/>
        </p:nvSpPr>
        <p:spPr>
          <a:xfrm>
            <a:off x="5980470" y="3244334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dirty="0">
                <a:effectLst/>
                <a:latin typeface="+mj-lt"/>
              </a:rPr>
              <a:t>5.Maven </a:t>
            </a:r>
            <a:endParaRPr lang="en-IN" sz="20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4E565E-1566-C27B-3D5C-9CA668BDB8CC}"/>
              </a:ext>
            </a:extLst>
          </p:cNvPr>
          <p:cNvSpPr txBox="1"/>
          <p:nvPr/>
        </p:nvSpPr>
        <p:spPr>
          <a:xfrm>
            <a:off x="5980470" y="3673262"/>
            <a:ext cx="6100916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nn-NO" sz="2000" i="0" dirty="0">
                <a:effectLst/>
                <a:latin typeface="+mj-lt"/>
              </a:rPr>
              <a:t>6.Spring Data JPA / Spring Data MongoDB</a:t>
            </a:r>
            <a:endParaRPr lang="nn-NO" sz="20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283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BB0B-C59E-B3CA-EE5A-9ABC78A6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E94E-3001-2AD0-6746-EAEDF3ED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		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433B9-6DD8-CE31-5562-DB6327BAB08B}"/>
              </a:ext>
            </a:extLst>
          </p:cNvPr>
          <p:cNvSpPr txBox="1"/>
          <p:nvPr/>
        </p:nvSpPr>
        <p:spPr>
          <a:xfrm>
            <a:off x="2136058" y="2227909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+mj-lt"/>
              </a:rPr>
              <a:t>HTTP Method</a:t>
            </a:r>
            <a:endParaRPr lang="en-IN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FC32B-9A15-9EE5-6C4E-2649CEBA2959}"/>
              </a:ext>
            </a:extLst>
          </p:cNvPr>
          <p:cNvSpPr txBox="1"/>
          <p:nvPr/>
        </p:nvSpPr>
        <p:spPr>
          <a:xfrm>
            <a:off x="4815348" y="2255881"/>
            <a:ext cx="1902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+mj-lt"/>
              </a:rPr>
              <a:t>Endpoint</a:t>
            </a:r>
            <a:endParaRPr lang="en-IN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BE431-723A-D109-71B7-FC7B33FC8355}"/>
              </a:ext>
            </a:extLst>
          </p:cNvPr>
          <p:cNvSpPr txBox="1"/>
          <p:nvPr/>
        </p:nvSpPr>
        <p:spPr>
          <a:xfrm>
            <a:off x="6867832" y="2227909"/>
            <a:ext cx="273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+mj-lt"/>
              </a:rPr>
              <a:t>Description</a:t>
            </a:r>
            <a:endParaRPr lang="en-IN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1BD92-09C4-A6D1-7DE9-EB36F84CA27B}"/>
              </a:ext>
            </a:extLst>
          </p:cNvPr>
          <p:cNvSpPr txBox="1"/>
          <p:nvPr/>
        </p:nvSpPr>
        <p:spPr>
          <a:xfrm>
            <a:off x="2519607" y="2976654"/>
            <a:ext cx="1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POST</a:t>
            </a:r>
            <a:endParaRPr lang="en-IN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2428C-3BA4-4E4F-B0B1-25E832F66637}"/>
              </a:ext>
            </a:extLst>
          </p:cNvPr>
          <p:cNvSpPr txBox="1"/>
          <p:nvPr/>
        </p:nvSpPr>
        <p:spPr>
          <a:xfrm>
            <a:off x="4948084" y="3016512"/>
            <a:ext cx="114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/orders</a:t>
            </a:r>
            <a:endParaRPr lang="en-IN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997D0-B9F5-4DC2-3850-4D485B5DD4AF}"/>
              </a:ext>
            </a:extLst>
          </p:cNvPr>
          <p:cNvSpPr txBox="1"/>
          <p:nvPr/>
        </p:nvSpPr>
        <p:spPr>
          <a:xfrm>
            <a:off x="7125929" y="3027340"/>
            <a:ext cx="324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  <a:latin typeface="+mj-lt"/>
              </a:rPr>
              <a:t>Place a new delivery order.</a:t>
            </a:r>
            <a:endParaRPr lang="en-IN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50394-05B1-A38F-EFBD-D4C4B0038F32}"/>
              </a:ext>
            </a:extLst>
          </p:cNvPr>
          <p:cNvSpPr txBox="1"/>
          <p:nvPr/>
        </p:nvSpPr>
        <p:spPr>
          <a:xfrm>
            <a:off x="2061086" y="3575645"/>
            <a:ext cx="1553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i="0" dirty="0">
                <a:effectLst/>
                <a:latin typeface="+mj-lt"/>
              </a:rPr>
              <a:t>GET</a:t>
            </a:r>
            <a:endParaRPr lang="en-IN" dirty="0">
              <a:effectLst/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80983-CA24-056D-3F91-64E46EDC45C9}"/>
              </a:ext>
            </a:extLst>
          </p:cNvPr>
          <p:cNvSpPr txBox="1"/>
          <p:nvPr/>
        </p:nvSpPr>
        <p:spPr>
          <a:xfrm>
            <a:off x="4891548" y="3611364"/>
            <a:ext cx="201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/orders/{id}</a:t>
            </a:r>
            <a:endParaRPr lang="en-IN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DC423-0880-4F7D-6A0C-12CEF3FDB3E8}"/>
              </a:ext>
            </a:extLst>
          </p:cNvPr>
          <p:cNvSpPr txBox="1"/>
          <p:nvPr/>
        </p:nvSpPr>
        <p:spPr>
          <a:xfrm>
            <a:off x="7125929" y="3611364"/>
            <a:ext cx="403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  <a:latin typeface="+mj-lt"/>
              </a:rPr>
              <a:t>Retrieve details of a specific order</a:t>
            </a:r>
            <a:endParaRPr lang="en-IN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394245-8E76-3068-AB09-73397CF35300}"/>
              </a:ext>
            </a:extLst>
          </p:cNvPr>
          <p:cNvSpPr txBox="1"/>
          <p:nvPr/>
        </p:nvSpPr>
        <p:spPr>
          <a:xfrm>
            <a:off x="2519607" y="4244767"/>
            <a:ext cx="96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PUT</a:t>
            </a:r>
            <a:endParaRPr lang="en-IN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EE49C-7B68-A0F8-9703-7C3EB087F10D}"/>
              </a:ext>
            </a:extLst>
          </p:cNvPr>
          <p:cNvSpPr txBox="1"/>
          <p:nvPr/>
        </p:nvSpPr>
        <p:spPr>
          <a:xfrm>
            <a:off x="4891548" y="4280425"/>
            <a:ext cx="2671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/orders/{id}</a:t>
            </a:r>
            <a:endParaRPr lang="en-IN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5A2936-EEB6-1FB0-2B70-1713EF7A49B2}"/>
              </a:ext>
            </a:extLst>
          </p:cNvPr>
          <p:cNvSpPr txBox="1"/>
          <p:nvPr/>
        </p:nvSpPr>
        <p:spPr>
          <a:xfrm>
            <a:off x="7125929" y="4261663"/>
            <a:ext cx="2671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Update order details.</a:t>
            </a:r>
            <a:endParaRPr lang="en-IN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6B286E-B8AB-43F8-3EE9-1CA5BDC000EB}"/>
              </a:ext>
            </a:extLst>
          </p:cNvPr>
          <p:cNvSpPr txBox="1"/>
          <p:nvPr/>
        </p:nvSpPr>
        <p:spPr>
          <a:xfrm>
            <a:off x="2519607" y="4883211"/>
            <a:ext cx="1167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DELETE</a:t>
            </a:r>
            <a:endParaRPr lang="en-IN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51A07-E14A-3A54-80C7-7E7B8B9F284E}"/>
              </a:ext>
            </a:extLst>
          </p:cNvPr>
          <p:cNvSpPr txBox="1"/>
          <p:nvPr/>
        </p:nvSpPr>
        <p:spPr>
          <a:xfrm>
            <a:off x="4815348" y="4845687"/>
            <a:ext cx="239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/orders/{id}</a:t>
            </a:r>
            <a:endParaRPr lang="en-IN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8B4C70-55BD-6538-7DA4-67788958D0F0}"/>
              </a:ext>
            </a:extLst>
          </p:cNvPr>
          <p:cNvSpPr txBox="1"/>
          <p:nvPr/>
        </p:nvSpPr>
        <p:spPr>
          <a:xfrm>
            <a:off x="7188609" y="4883211"/>
            <a:ext cx="254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Cancel an order.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581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84EA0B-16D3-CD54-3D8E-D3E3CFB06984}"/>
              </a:ext>
            </a:extLst>
          </p:cNvPr>
          <p:cNvSpPr txBox="1"/>
          <p:nvPr/>
        </p:nvSpPr>
        <p:spPr>
          <a:xfrm>
            <a:off x="2007009" y="894672"/>
            <a:ext cx="182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</a:rPr>
              <a:t>HTTP Method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F4CD4-8898-0E1A-69BA-882C58D1D244}"/>
              </a:ext>
            </a:extLst>
          </p:cNvPr>
          <p:cNvSpPr txBox="1"/>
          <p:nvPr/>
        </p:nvSpPr>
        <p:spPr>
          <a:xfrm>
            <a:off x="2439628" y="1588432"/>
            <a:ext cx="961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GET</a:t>
            </a:r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697A3-A602-F64B-E765-8A951D515026}"/>
              </a:ext>
            </a:extLst>
          </p:cNvPr>
          <p:cNvSpPr txBox="1"/>
          <p:nvPr/>
        </p:nvSpPr>
        <p:spPr>
          <a:xfrm>
            <a:off x="2450686" y="2251780"/>
            <a:ext cx="102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GET</a:t>
            </a:r>
            <a:endParaRPr lang="en-IN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291C4-0D7F-5AB6-E88D-3AF3355619CE}"/>
              </a:ext>
            </a:extLst>
          </p:cNvPr>
          <p:cNvSpPr txBox="1"/>
          <p:nvPr/>
        </p:nvSpPr>
        <p:spPr>
          <a:xfrm>
            <a:off x="2431023" y="2917749"/>
            <a:ext cx="93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PUT</a:t>
            </a:r>
            <a:endParaRPr lang="en-IN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521F2-6463-B3B2-0F44-DF14986CC121}"/>
              </a:ext>
            </a:extLst>
          </p:cNvPr>
          <p:cNvSpPr txBox="1"/>
          <p:nvPr/>
        </p:nvSpPr>
        <p:spPr>
          <a:xfrm>
            <a:off x="2431023" y="3636897"/>
            <a:ext cx="119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GET</a:t>
            </a:r>
            <a:endParaRPr lang="en-IN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66609-B1A3-F204-6A03-9C8C3D3A2D57}"/>
              </a:ext>
            </a:extLst>
          </p:cNvPr>
          <p:cNvSpPr txBox="1"/>
          <p:nvPr/>
        </p:nvSpPr>
        <p:spPr>
          <a:xfrm>
            <a:off x="4245691" y="1582340"/>
            <a:ext cx="276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/orders/history/{userId}</a:t>
            </a:r>
            <a:endParaRPr lang="en-IN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6C608-B79F-36DF-174B-EDDE2F72E8D0}"/>
              </a:ext>
            </a:extLst>
          </p:cNvPr>
          <p:cNvSpPr txBox="1"/>
          <p:nvPr/>
        </p:nvSpPr>
        <p:spPr>
          <a:xfrm>
            <a:off x="4245691" y="2251780"/>
            <a:ext cx="336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/delivery/{</a:t>
            </a:r>
            <a:r>
              <a:rPr lang="en-IN" i="0" dirty="0" err="1">
                <a:effectLst/>
                <a:latin typeface="+mj-lt"/>
              </a:rPr>
              <a:t>orderId</a:t>
            </a:r>
            <a:r>
              <a:rPr lang="en-IN" i="0" dirty="0">
                <a:effectLst/>
                <a:latin typeface="+mj-lt"/>
              </a:rPr>
              <a:t>}/status</a:t>
            </a:r>
            <a:endParaRPr lang="en-IN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65E027-86A8-DD0F-6FA0-AA419172B2DD}"/>
              </a:ext>
            </a:extLst>
          </p:cNvPr>
          <p:cNvSpPr txBox="1"/>
          <p:nvPr/>
        </p:nvSpPr>
        <p:spPr>
          <a:xfrm>
            <a:off x="4181168" y="2985405"/>
            <a:ext cx="336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/delivery/{</a:t>
            </a:r>
            <a:r>
              <a:rPr lang="en-IN" i="0" dirty="0" err="1">
                <a:effectLst/>
                <a:latin typeface="+mj-lt"/>
              </a:rPr>
              <a:t>orderId</a:t>
            </a:r>
            <a:r>
              <a:rPr lang="en-IN" i="0" dirty="0">
                <a:effectLst/>
                <a:latin typeface="+mj-lt"/>
              </a:rPr>
              <a:t>}/update</a:t>
            </a:r>
            <a:endParaRPr lang="en-IN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6C100-BA94-8078-CB0F-CE596474D0BB}"/>
              </a:ext>
            </a:extLst>
          </p:cNvPr>
          <p:cNvSpPr txBox="1"/>
          <p:nvPr/>
        </p:nvSpPr>
        <p:spPr>
          <a:xfrm>
            <a:off x="4245691" y="3592167"/>
            <a:ext cx="1317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/items</a:t>
            </a:r>
            <a:endParaRPr lang="en-IN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42580E-A013-81EB-5129-90E4F38F576C}"/>
              </a:ext>
            </a:extLst>
          </p:cNvPr>
          <p:cNvSpPr txBox="1"/>
          <p:nvPr/>
        </p:nvSpPr>
        <p:spPr>
          <a:xfrm>
            <a:off x="7375422" y="1270690"/>
            <a:ext cx="6263148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US" i="0" dirty="0">
                <a:effectLst/>
                <a:latin typeface="+mj-lt"/>
              </a:rPr>
              <a:t>Fetch all past orders for a customer.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C8DDEA-A115-D0F4-1524-4DC0A63DB076}"/>
              </a:ext>
            </a:extLst>
          </p:cNvPr>
          <p:cNvSpPr txBox="1"/>
          <p:nvPr/>
        </p:nvSpPr>
        <p:spPr>
          <a:xfrm>
            <a:off x="7288162" y="1977993"/>
            <a:ext cx="6449961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US" i="0" dirty="0">
                <a:effectLst/>
                <a:latin typeface="+mj-lt"/>
              </a:rPr>
              <a:t>Check the delivery status</a:t>
            </a:r>
            <a:r>
              <a:rPr lang="en-US" dirty="0">
                <a:latin typeface="+mj-lt"/>
              </a:rPr>
              <a:t> </a:t>
            </a:r>
            <a:r>
              <a:rPr lang="en-US" i="0" dirty="0">
                <a:effectLst/>
                <a:latin typeface="+mj-lt"/>
              </a:rPr>
              <a:t>of an order.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3905A2-7728-8CA9-7418-EAC6F5E0867B}"/>
              </a:ext>
            </a:extLst>
          </p:cNvPr>
          <p:cNvSpPr txBox="1"/>
          <p:nvPr/>
        </p:nvSpPr>
        <p:spPr>
          <a:xfrm>
            <a:off x="7288162" y="2685297"/>
            <a:ext cx="7030064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US" i="0" dirty="0">
                <a:effectLst/>
                <a:latin typeface="+mj-lt"/>
              </a:rPr>
              <a:t>Update the delivery status (functionality implied)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53312A-46C0-B0FF-7142-DB0B044304F0}"/>
              </a:ext>
            </a:extLst>
          </p:cNvPr>
          <p:cNvSpPr txBox="1"/>
          <p:nvPr/>
        </p:nvSpPr>
        <p:spPr>
          <a:xfrm>
            <a:off x="7288162" y="3343227"/>
            <a:ext cx="7226708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IN" i="0" dirty="0">
                <a:effectLst/>
                <a:latin typeface="+mj-lt"/>
              </a:rPr>
              <a:t>Retrieve available delivery items</a:t>
            </a:r>
            <a:endParaRPr lang="en-IN" dirty="0">
              <a:effectLst/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54B44C-C3C8-99AF-897A-9BAE54F7CDF1}"/>
              </a:ext>
            </a:extLst>
          </p:cNvPr>
          <p:cNvSpPr txBox="1"/>
          <p:nvPr/>
        </p:nvSpPr>
        <p:spPr>
          <a:xfrm>
            <a:off x="4403622" y="909452"/>
            <a:ext cx="206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</a:rPr>
              <a:t>Endpoint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9B8D70-4CDC-E08E-C7B1-89A505279418}"/>
              </a:ext>
            </a:extLst>
          </p:cNvPr>
          <p:cNvSpPr txBox="1"/>
          <p:nvPr/>
        </p:nvSpPr>
        <p:spPr>
          <a:xfrm>
            <a:off x="7375422" y="952335"/>
            <a:ext cx="2148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</a:rPr>
              <a:t>Description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018CF9-B68B-0DBC-0B36-9FF14CD1BCAE}"/>
              </a:ext>
            </a:extLst>
          </p:cNvPr>
          <p:cNvSpPr txBox="1"/>
          <p:nvPr/>
        </p:nvSpPr>
        <p:spPr>
          <a:xfrm>
            <a:off x="2467883" y="4171379"/>
            <a:ext cx="1399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POST</a:t>
            </a:r>
            <a:endParaRPr lang="en-IN" dirty="0"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1CD050-DEFC-437B-8C46-F00334069A51}"/>
              </a:ext>
            </a:extLst>
          </p:cNvPr>
          <p:cNvSpPr txBox="1"/>
          <p:nvPr/>
        </p:nvSpPr>
        <p:spPr>
          <a:xfrm>
            <a:off x="7288162" y="3896923"/>
            <a:ext cx="4649431" cy="67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US" i="0" dirty="0">
                <a:effectLst/>
                <a:latin typeface="+mj-lt"/>
              </a:rPr>
              <a:t>Add a new delivery item (admin functionality)</a:t>
            </a:r>
            <a:endParaRPr lang="en-US" dirty="0">
              <a:effectLst/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E5B3E6-06BD-B14A-718E-83E46C07F7F1}"/>
              </a:ext>
            </a:extLst>
          </p:cNvPr>
          <p:cNvSpPr txBox="1"/>
          <p:nvPr/>
        </p:nvSpPr>
        <p:spPr>
          <a:xfrm>
            <a:off x="4245691" y="4198929"/>
            <a:ext cx="164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/items/add</a:t>
            </a:r>
            <a:endParaRPr lang="en-IN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B44FC-C3CE-FB3F-B5C3-973C9D039341}"/>
              </a:ext>
            </a:extLst>
          </p:cNvPr>
          <p:cNvSpPr txBox="1"/>
          <p:nvPr/>
        </p:nvSpPr>
        <p:spPr>
          <a:xfrm>
            <a:off x="2467883" y="4805691"/>
            <a:ext cx="105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PUT</a:t>
            </a:r>
            <a:endParaRPr lang="en-IN" dirty="0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A77A2D-8DCC-D9BA-92B1-59FB08D667FE}"/>
              </a:ext>
            </a:extLst>
          </p:cNvPr>
          <p:cNvSpPr txBox="1"/>
          <p:nvPr/>
        </p:nvSpPr>
        <p:spPr>
          <a:xfrm>
            <a:off x="4163961" y="4805691"/>
            <a:ext cx="1399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+mj-lt"/>
              </a:rPr>
              <a:t>/items/{id}</a:t>
            </a:r>
            <a:endParaRPr lang="en-IN" dirty="0"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CDB88C-C960-6C0C-3849-0EEDD8185C70}"/>
              </a:ext>
            </a:extLst>
          </p:cNvPr>
          <p:cNvSpPr txBox="1"/>
          <p:nvPr/>
        </p:nvSpPr>
        <p:spPr>
          <a:xfrm>
            <a:off x="7342239" y="4474190"/>
            <a:ext cx="4363064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250"/>
              </a:lnSpc>
              <a:buNone/>
            </a:pPr>
            <a:r>
              <a:rPr lang="en-US" i="0" dirty="0">
                <a:effectLst/>
                <a:latin typeface="+mj-lt"/>
              </a:rPr>
              <a:t>Update an existing delivery item.</a:t>
            </a:r>
            <a:endParaRPr lang="en-US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99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A140-C923-2789-DF90-1C1E10EF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  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3B328-9252-E272-D30B-07067202F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2066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116</TotalTime>
  <Words>426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Times New Roman</vt:lpstr>
      <vt:lpstr>Wingdings</vt:lpstr>
      <vt:lpstr>Gallery</vt:lpstr>
      <vt:lpstr>           Delivery App Simulator</vt:lpstr>
      <vt:lpstr>    INTRODUCTION</vt:lpstr>
      <vt:lpstr>      OBJECTIVES</vt:lpstr>
      <vt:lpstr>    KEY FEATURES</vt:lpstr>
      <vt:lpstr>          Structure</vt:lpstr>
      <vt:lpstr>        TOOLS AND TECHNOLOGIES</vt:lpstr>
      <vt:lpstr>           SPECIFICATIONS</vt:lpstr>
      <vt:lpstr>PowerPoint Presentation</vt:lpstr>
      <vt:lpstr>    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Kajabi</dc:creator>
  <cp:lastModifiedBy>Shaik Kajabi</cp:lastModifiedBy>
  <cp:revision>4</cp:revision>
  <dcterms:created xsi:type="dcterms:W3CDTF">2025-09-22T18:27:21Z</dcterms:created>
  <dcterms:modified xsi:type="dcterms:W3CDTF">2025-09-25T05:50:32Z</dcterms:modified>
</cp:coreProperties>
</file>